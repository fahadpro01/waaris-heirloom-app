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WARIS (वारिस)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Senior-Accessible Family Financial Security &amp; Asset Recovery Protocol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Unclaimed Accounts • MeitY DigiLocker Vault • On-Device Local AI Claim Generator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4389120"/>
            <a:ext cx="4114800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3891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Confidential • Zero Passwords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₹1.5 Lakh Crore+ ($18B) Unclaimed in Indian Financial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20040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Forgotten Accounts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38328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Seniors open accounts across SBI, HDFC, LIC, EPFO over 40+ years without central record.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1828800"/>
            <a:ext cx="320040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103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80560" y="2743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Nominees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338328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50% of bank accounts &amp; PF policies lack updated nominee names, leading to court succession battles.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0" y="1828800"/>
            <a:ext cx="320040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2103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955280" y="2743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Bureaucratic Hurdles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955280" y="338328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Bereaved families face complex bank claim notices (Form 20, 10D, 5IF) requiring expensive legal aid.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Waaris: Unified Family Asset Map &amp; Recovery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1-Tap Asset Auto-Discovery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06240" y="18745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 SBI, HDFC, ICICI, LIC, EPFO via primary mobile number with Jupiter/Fi style AA integration.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88036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017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MeitY DigiLocker Vault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06240" y="30175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government integration importing verified policy bonds, UAN certificates, and PAN.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60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AI Claim Writer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06240" y="41605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WebGPU local LLM execution generating legally structured claim letters with 0 cloud data exposure.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516636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303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50+ Accessible UX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06240" y="53035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light palette (#FDFBF7), zero dark mode, built-in Voice Assistant, and PWA taskbar support.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 PILLARS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Waaris Outperforms Standard Apps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2920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03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First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passwords requested. 100% local encrypted state per mobile number.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828800"/>
            <a:ext cx="502920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03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Govt Verified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5603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MeitY DigiLocker verified green badges for official claim validity.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502920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2976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WebGPU AI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475488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LLMs run directly in browser without sending sensitive asset data online.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4023360"/>
            <a:ext cx="502920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2976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Ergonomics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475488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navigation assistant, large typography, and zero dark mode confusion.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WebGPU + PWA Client Protocol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06240" y="18745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 + Tailwind CSS (Senior Palette)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88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Auto-Discovery Engine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0" y="27889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 Account Aggregator Protocol + Telecom OTP Auth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03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Verification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37033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MeitY DigiLocker OAuth &amp; Document Vault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617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Execution Engine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0" y="46177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WebGPU / Wasm (Llama 3.3 / DeepSeek) + Fallback Cloud API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539496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532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Mobile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55321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Viewport, Web App Manifest, Service Worker Network-First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DEFENSE STRATEGY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Waaris is NOT an AI Wrapper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698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Is this just a wrapper around ChatGPT?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No. Waaris integrates real financial protocol logic: RBI Account Aggregator auto-discovery, DigiLocker MeitY verification, state persistence, and WebGPU local LLMs running 100% on device.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698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33756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How is senior safety guaranteed?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703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Zero net banking credential collection. Data is stored strictly on local device storage tied to verified phone OTP session.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663440"/>
            <a:ext cx="10698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80060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What happens offline?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5166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Local WebGPU AI models draft claim letters even without an active internet connection.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STATUS &amp; NEXT STEPS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Waaris (वारिस) is Live &amp; Ready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Vercel with PWA Mobile Standalone Support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1069848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29184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Application URL: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56616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https://temporary-agile-orion-nb23bbw.vercel.app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Waaris Financial Security Protocol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Waaris Pitch Deck</dc:title>
  <dc:subject>PptxGenJS Presentation</dc:subject>
  <dc:creator>Waaris Team</dc:creator>
  <cp:lastModifiedBy>Waaris Team</cp:lastModifiedBy>
  <cp:revision>1</cp:revision>
  <dcterms:created xsi:type="dcterms:W3CDTF">2026-09-13T06:01:55Z</dcterms:created>
  <dcterms:modified xsi:type="dcterms:W3CDTF">2026-09-13T06:01:55Z</dcterms:modified>
</cp:coreProperties>
</file>